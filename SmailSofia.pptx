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12255"/>
          </a:solidFill>
          <a:ln w="12700">
            <a:solidFill>
              <a:srgbClr val="112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2743200" cy="2743200"/>
          </a:xfrm>
          <a:prstGeom prst="ellipse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82880"/>
            <a:ext cx="1097280" cy="1097280"/>
          </a:xfrm>
          <a:prstGeom prst="ellipse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2560320"/>
            <a:ext cx="640080" cy="640080"/>
          </a:xfrm>
          <a:prstGeom prst="ellipse">
            <a:avLst/>
          </a:prstGeom>
          <a:solidFill>
            <a:srgbClr val="00C2CB">
              <a:alpha val="50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3E"/>
                </a:solidFill>
              </a:rPr>
              <a:t>DATA SCIENCE IMMERSION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Smail Sofia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Master's Student  ·  USTHB Algiers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— one model at a time.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smailsofia30@gmail.com   ·   +213 553 488 220   ·   Dar El Beïda, Alger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Academic Journey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SLIDE 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96112" y="1188720"/>
            <a:ext cx="36576" cy="3474720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30759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1271016"/>
            <a:ext cx="1234440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2710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2021 – 2024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0" y="1234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Licence – Recherche Opérationnelle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82"/>
                </a:solidFill>
              </a:rPr>
              <a:t>USTHB, Alger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17099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Optimisation mathématique &amp; modélisation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Aide à la décision &amp; statistiques appliquées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Programmation Python, Java, 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" y="267919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4712" y="2642616"/>
            <a:ext cx="1234440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2642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2024 – 2025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2606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Master 1 – Big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8803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82"/>
                </a:solidFill>
              </a:rPr>
              <a:t>USTHB, Alger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68880" y="30815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Fondements Big Data &amp; architectures distribuées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Modélisation NoSQL &amp; Data Engineering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Programmation avancée Python &amp; outils analytiques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" y="386791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" y="3831336"/>
            <a:ext cx="1234440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8313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2025 –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68880" y="3794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Master 2 – Big Data  +  Stage ONM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40690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82"/>
                </a:solidFill>
              </a:rPr>
              <a:t>USTHB, Alger  ·  Office National de la Météorologie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68880" y="42702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Kafka, Docker, PostgreSQL — pipeline météo temps réel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Parsing &amp; stockage de données hétérogènes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Tableau de bord de supervision des stations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Science Projects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SLIDE 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64008" cy="16916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34440"/>
            <a:ext cx="1005840" cy="201168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234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Big Data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3192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Pipeline Streaming Taxi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" y="154533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</a:rPr>
              <a:t>Kafka · MongoDB · Cassandra · Docker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" y="176479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Pipeline Big Data temps réel pour millions d'événements NYC Taxi. Architecture distribuée NoSQL avec déploiement Docker complet.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4300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1234440"/>
            <a:ext cx="1005840" cy="20116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234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Analytics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73752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Analytics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73752" y="154533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6B35"/>
                </a:solidFill>
              </a:rPr>
              <a:t>Python · Power BI · Tableau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73752" y="176479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Analyse exploratoire (EDA), nettoyage de données et tableaux de bord pour l'aide à la décision stratégique.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63240"/>
            <a:ext cx="64008" cy="1691640"/>
          </a:xfrm>
          <a:prstGeom prst="rect">
            <a:avLst/>
          </a:prstGeom>
          <a:solidFill>
            <a:srgbClr val="5B8DDE"/>
          </a:solidFill>
          <a:ln w="12700">
            <a:solidFill>
              <a:srgbClr val="5B8D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3154680"/>
            <a:ext cx="1005840" cy="201168"/>
          </a:xfrm>
          <a:prstGeom prst="rect">
            <a:avLst/>
          </a:prstGeom>
          <a:solidFill>
            <a:srgbClr val="5B8DDE">
              <a:alpha val="80000"/>
            </a:srgbClr>
          </a:solidFill>
          <a:ln w="12700">
            <a:solidFill>
              <a:srgbClr val="5B8D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 Engineering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19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Concentrateur Météo – ONM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" y="34655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8DDE"/>
                </a:solidFill>
              </a:rPr>
              <a:t>PostgreSQL · Python · FTP/TCP/UDP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192" y="368503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Application serveur de réception, parsing et stockage de données météo issues de stations automatiques. Visualisation temps réel.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063240"/>
            <a:ext cx="64008" cy="16916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3154680"/>
            <a:ext cx="1005840" cy="201168"/>
          </a:xfrm>
          <a:prstGeom prst="rect">
            <a:avLst/>
          </a:prstGeom>
          <a:solidFill>
            <a:srgbClr val="7C5CBF">
              <a:alpha val="8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Stack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7375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Dashboard Universitaire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73752" y="34655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5CBF"/>
                </a:solidFill>
              </a:rPr>
              <a:t>Flask · MySQL · JavaScript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73752" y="368503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Tableau de bord interactif pour 1300+ étudiants. API REST + visualisations dynamiques multi-axes.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Why Djezzy Data Science Immersion?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SLIDE 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70432"/>
            <a:ext cx="27432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35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CB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93192" y="18836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Solide double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compétence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54203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Licence en Recherche Opérationnelle + Master Big Data à l'USTHB. Je maîtrise à la fois l'optimisation mathématique et les architectures de données à grande échelle.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1704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170432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35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18836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Expérience terrain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prouvée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54203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Stage à l'ONM, projets réels avec Kafka, Docker, PostgreSQL, Power BI et Flask. Je ne découvre pas la data — j'y travaille déjà.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1704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170432"/>
            <a:ext cx="2743200" cy="64008"/>
          </a:xfrm>
          <a:prstGeom prst="rect">
            <a:avLst/>
          </a:prstGeom>
          <a:solidFill>
            <a:srgbClr val="5B8DDE"/>
          </a:solidFill>
          <a:ln w="12700">
            <a:solidFill>
              <a:srgbClr val="5B8D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335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8DDE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81928" y="18836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Motivation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ambition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54203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I am passionate about using data to solve real-world problems. This program is an opportunity to deepen my expertise in Data Science, collaborate with talented peers, and contribute to impactful projects.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2CB"/>
                </a:solidFill>
              </a:rPr>
              <a:t>Je suis prête à m'immerger, à apprendre et à contribuer — Smail Sofia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– Smail Sofia</dc:title>
  <dc:subject>PptxGenJS Presentation</dc:subject>
  <dc:creator>PptxGenJS</dc:creator>
  <cp:lastModifiedBy>PptxGenJS</cp:lastModifiedBy>
  <cp:revision>1</cp:revision>
  <dcterms:created xsi:type="dcterms:W3CDTF">2026-05-26T20:05:10Z</dcterms:created>
  <dcterms:modified xsi:type="dcterms:W3CDTF">2026-05-26T20:05:10Z</dcterms:modified>
</cp:coreProperties>
</file>